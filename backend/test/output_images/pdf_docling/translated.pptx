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5943600"/>
          </a:xfrm>
          <a:prstGeom prst="rect">
            <a:avLst/>
          </a:prstGeom>
          <a:noFill/>
        </p:spPr>
        <p:txBody>
          <a:bodyPr wrap="square">
            <a:spAutoFit/>
          </a:bodyPr>
          <a:lstStyle/>
          <a:p>
            <a:r>
              <a:rPr sz="1200"/>
              <a:t>Proposal</a:t>
            </a:r>
          </a:p>
          <a:p>
            <a:r>
              <a:rPr sz="1200"/>
              <a:t>The Movement of Political Mobility of Citizens</a:t>
            </a:r>
          </a:p>
          <a:p>
            <a:r>
              <a:rPr sz="1200"/>
              <a:t>Propose</a:t>
            </a:r>
          </a:p>
          <a:p>
            <a:r>
              <a:rPr sz="1200"/>
              <a:t>Professor Yushupri Rangsi</a:t>
            </a:r>
          </a:p>
          <a:p>
            <a:r>
              <a:rPr sz="1200"/>
              <a:t>Created by</a:t>
            </a:r>
          </a:p>
          <a:p>
            <a:r>
              <a:rPr sz="1200"/>
              <a:t>Get ready to go.</a:t>
            </a:r>
          </a:p>
          <a:p>
            <a:r>
              <a:rPr sz="1200"/>
              <a:t>Thailand Yellow Taxi</a:t>
            </a:r>
          </a:p>
          <a:p>
            <a:r>
              <a:rPr sz="1200"/>
              <a:t>6521655388 Don't surround yourself.</a:t>
            </a:r>
          </a:p>
          <a:p>
            <a:r>
              <a:rPr sz="1200"/>
              <a:t>6521655451 This is Vanshkant Marath.</a:t>
            </a:r>
          </a:p>
          <a:p>
            <a:r>
              <a:rPr sz="1200"/>
              <a:t>Classroom 800</a:t>
            </a:r>
          </a:p>
          <a:p>
            <a:r>
              <a:rPr sz="1200"/>
              <a:t>This is part of Course 02717112-67: Modern Thai Politics.</a:t>
            </a:r>
          </a:p>
          <a:p>
            <a:r>
              <a:rPr sz="1200"/>
              <a:t>Semester 1 of Academic Year 2024</a:t>
            </a:r>
          </a:p>
          <a:p>
            <a:r>
              <a:rPr sz="1200"/>
              <a:t>Mahidol University Khwaeng San Song Campus</a:t>
            </a:r>
          </a:p>
          <a:p>
            <a:r>
              <a:rPr sz="1200"/>
              <a:t>The reason why people are interested in the movement of citizens' politics.</a:t>
            </a:r>
          </a:p>
          <a:p>
            <a:r>
              <a:rPr sz="1200"/>
              <a:t>Because it was a recent event that has already occurred and is part of the event, such as the demonstration of the People's Action Group / the protest of the Democratic Party / flash mob</a:t>
            </a:r>
          </a:p>
          <a:p>
            <a:r>
              <a:rPr sz="1200"/>
              <a:t>Assembly is a form of political participation that we can join to express our political stance, similar to maintaining the right to vote beyond elections.</a:t>
            </a:r>
          </a:p>
          <a:p>
            <a:r>
              <a:rPr sz="1200"/>
              <a:t>The cause of the protest gathering</a:t>
            </a:r>
          </a:p>
          <a:p>
            <a:r>
              <a:rPr sz="1200"/>
              <a:t>Unfair Politics:</a:t>
            </a:r>
          </a:p>
          <a:p>
            <a:r>
              <a:rPr sz="1200"/>
              <a:t>Corruption. Abuse of power. Self-sealing of the government's authority. Ineligible elections, leading citizens to feel untrusted by the government.</a:t>
            </a:r>
          </a:p>
          <a:p>
            <a:r>
              <a:rPr sz="1200"/>
              <a:t>Violations of Human Rights:</a:t>
            </a:r>
          </a:p>
          <a:p>
            <a:r>
              <a:rPr sz="1200"/>
              <a:t>The government limits citizens' rights and freedoms, such as the right to express opinions, the right to assemble, and control of media.</a:t>
            </a:r>
          </a:p>
          <a:p>
            <a:r>
              <a:rPr sz="1200"/>
              <a:t>Economics and Inequality</a:t>
            </a:r>
          </a:p>
          <a:p>
            <a:r>
              <a:rPr sz="1200"/>
              <a:t>Economic problems, high living costs, inequality, leading citizens to feel that they are not receiving the welfare as they should from the government. They demand that the government take responsibility.</a:t>
            </a:r>
          </a:p>
          <a:p>
            <a:r>
              <a:rPr sz="1200"/>
              <a:t>Resistance to government policy:</a:t>
            </a:r>
          </a:p>
          <a:p>
            <a:r>
              <a:rPr sz="1200"/>
              <a:t>Disagree with government policies, such as changes to laws affecting certain groups or laws that benefit specific groups.</a:t>
            </a:r>
          </a:p>
          <a:p>
            <a:r>
              <a:rPr sz="1200"/>
              <a:t>Citizens have awakened politically:</a:t>
            </a:r>
          </a:p>
          <a:p>
            <a:r>
              <a:rPr sz="1200"/>
              <a:t>Citizens have experienced various impacts from government work, leading to an increase in political consciousness.</a:t>
            </a:r>
          </a:p>
          <a:p>
            <a:r>
              <a:rPr sz="1200"/>
              <a:t>The impact of public demonstrations</a:t>
            </a:r>
          </a:p>
          <a:p>
            <a:r>
              <a:rPr sz="1200"/>
              <a:t>There is chaos:</a:t>
            </a:r>
          </a:p>
          <a:p>
            <a:r>
              <a:rPr sz="1200"/>
              <a:t>Protests are triggered by the gathering of a large number of people, and the more people involved, the greater the chaos.</a:t>
            </a:r>
          </a:p>
          <a:p>
            <a:r>
              <a:rPr sz="1200"/>
              <a:t>Traffic congestion:</a:t>
            </a:r>
          </a:p>
          <a:p>
            <a:r>
              <a:rPr sz="1200"/>
              <a:t>There was a road closure for the purpose of public assembly and protest, forcing ordinary citizens who did not participate in the demonstration to change their routes. This resulted in traffic congestion.</a:t>
            </a:r>
          </a:p>
          <a:p>
            <a:r>
              <a:rPr sz="1200"/>
              <a:t>The use of violence:</a:t>
            </a:r>
          </a:p>
          <a:p>
            <a:r>
              <a:rPr sz="1200"/>
              <a:t>The chaos of the protest led to the government using violent methods such as tear gas, rubber bullets, and military forces.</a:t>
            </a:r>
          </a:p>
          <a:p>
            <a:r>
              <a:rPr sz="1200"/>
              <a:t>The mental health of citizens:</a:t>
            </a:r>
          </a:p>
          <a:p>
            <a:r>
              <a:rPr sz="1200"/>
              <a:t>When there are frequent protests, the situation of society becomes unstable. The media reports on the violence used in each incident or the words that create hatred from protesting citizens, leading to a deterioration in the mental health of those who consume news.</a:t>
            </a:r>
          </a:p>
          <a:p>
            <a:r>
              <a:rPr sz="1200"/>
              <a:t>Coup d'état of the government:</a:t>
            </a:r>
          </a:p>
          <a:p>
            <a:r>
              <a:rPr sz="1200"/>
              <a:t>When there is a situation of mass protest demanding government, the majority will resort to military coup to end it. When the new government fails to manage well, another round of protests is likely to occur. There is a high likelihood that another military coup will happen again as long as this problem cannot be resolved.</a:t>
            </a:r>
          </a:p>
          <a:p>
            <a:r>
              <a:rPr sz="1200"/>
              <a:t>Is retaliation from the government or those with power a suitable method?</a:t>
            </a:r>
          </a:p>
          <a:p>
            <a:r>
              <a:rPr sz="1200"/>
              <a:t>I believe the government should not choose to respond violently in dealing with political disputes. Instead, it should prioritize clear and transparent explanations to accurately communicate with citizens.</a:t>
            </a:r>
          </a:p>
          <a:p>
            <a:r>
              <a:rPr sz="1200"/>
              <a:t>Providing clear and balanced information will help reduce misunderstandings, resolve conflicts, and provide opportunities for all parties to jointly find a suitable solution through problem-solving communication. Encouraging mutual listening of opinions, explaining government operations, not controlling or censoring media - these are the best ways to maintain good relations between the state and citizens and promote creative and beneficial long-term solutions. Better than violent responses or coup attempts because such methods only provide temporary solutions with high chances of recurring problems.</a:t>
            </a:r>
          </a:p>
          <a:p>
            <a:r>
              <a:rPr sz="1200"/>
              <a:t>The trend of political movements among citizens in the future</a:t>
            </a:r>
          </a:p>
          <a:p>
            <a:r>
              <a:rPr sz="1200"/>
              <a:t>There is a tendency for political movements to expand continuously, especially when the government cannot effectively manage or work. This leads to citizens suffering, such as social inequality, poor economic conditions, high living costs, or non-transparent working practices. Corruption occurs, like vote rigging, budget fraud, leading to public dissatisfaction and calls for accountability from the government through demonstrations. Currently, these problems have not been resolved by the government, indicating a high likelihood of further protests.</a:t>
            </a:r>
          </a:p>
          <a:p>
            <a:r>
              <a:rPr sz="1200"/>
              <a:t>Citing sources</a:t>
            </a:r>
          </a:p>
          <a:p>
            <a:r>
              <a:rPr sz="1200"/>
              <a:t>https://thaipublica.org/2013/08/thailands-political-future-20-years/</a:t>
            </a:r>
          </a:p>
          <a:p>
            <a:r>
              <a:rPr sz="1200"/>
              <a:t>https://www.amnesty.or.th/latest/news/865</a:t>
            </a:r>
          </a:p>
          <a:p>
            <a:r>
              <a:rPr sz="1200"/>
              <a:t>https://www.amnesty.or.th/latest/blog/721/</a:t>
            </a:r>
          </a:p>
          <a:p>
            <a:r>
              <a:rPr sz="1200"/>
              <a:t>https://drive.google.com/file/d/1G9_iPisfETAvWDpGdSK0XXjtsI2YxMYM/view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